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1" r:id="rId16"/>
    <p:sldId id="262" r:id="rId17"/>
    <p:sldId id="263" r:id="rId18"/>
    <p:sldId id="264" r:id="rId19"/>
    <p:sldId id="276" r:id="rId20"/>
    <p:sldId id="26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4"/>
    <p:restoredTop sz="94694"/>
  </p:normalViewPr>
  <p:slideViewPr>
    <p:cSldViewPr snapToGrid="0">
      <p:cViewPr varScale="1">
        <p:scale>
          <a:sx n="121" d="100"/>
          <a:sy n="121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94A1-8D51-5B28-8332-D6534D93F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6BD80-CC37-A5CD-B1A7-16FB86BC3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6CA44-1423-1B40-8603-2F2A40EC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6B48-3E72-B669-66F3-E14C68D9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C476F-5509-26B2-1368-6EF88C24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9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652C-58C2-41F3-F0CA-3249DE7E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DFB44-68C0-2F39-50E7-C3A3BBBFD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D4E91-29DA-409B-7382-C3974A51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FCE7B-5076-5979-7C13-0C65D4CE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76B48-D097-609C-741F-E8F02436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0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82E4-1D45-41B1-C6C8-56C754BA9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EBD18-B6C6-088D-FA30-FD7E59529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61C9C-488F-EF2E-C654-4D8897AB6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6F0-96F6-866E-59FF-FEDB8591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FC904-C24E-A8A3-18F4-6EA6CEF3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6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ACB8-A1BA-391A-463E-0C3257BEC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802BD-B16B-A4E7-E253-C804FE740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2BD9-6B60-A101-8502-C020ECCC9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C1D3-C0FC-714A-9F10-AA8739BA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5955D-A5D5-8243-F1A2-DEB5849B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D6251-59E1-D884-3168-19113C1A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8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93712-F6A9-03C4-46C8-86A08A60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98719-DD51-17FA-5252-7267120B4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AAAC2-C51F-3853-AE88-5690E941D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382A37-2921-61E4-9C0A-1D444675C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C615C-DF2F-CC00-78EB-4D685DFC6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DFBBBB-F14D-ECBC-3CC1-C585AEC46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17BE7-9010-AC72-3564-1D6A76265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80CCA8-8151-57DA-5CB5-C483172B6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41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C488-8789-3064-A3AF-183B1A22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7FA1F-5807-3376-627F-E5C8AAD7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56944-FFCC-A580-34A8-C8108FC67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0F0C1-BBC1-6BC7-CC06-10C3DDFF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6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6BFE5-71AC-27AD-E9EB-CD1EF782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CFBA7-6220-533F-0294-0D9BDE38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7C6E6-198C-BB2C-BBD9-D8A96E7F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0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DBB0-36DD-1C59-EED1-B901B621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0375C-1011-77C8-9B1B-992092348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187D3-BA20-ECFA-3D30-C35E58C41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948C9-8EDE-2D07-1418-66E765D5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F3D12-AECA-533A-76F2-851347F3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799DA-AF31-7902-3CD6-FBE08536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4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938A-62F6-EF68-1681-CA4E3A7C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CDDA9-D3FD-ED99-139D-167B8E473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AD59F-663C-413F-C40F-40539834E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E19B5-3ED3-5A82-0D14-637C81D2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DD451-FA48-CC00-AA4C-59D26271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96910-404F-5B72-80C8-44D120DE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3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4254-6A1F-A429-DFC3-B40AC778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DACE1-B1EF-AB58-74AA-C4A658EB2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88BDC-9DE7-11B7-0B8F-5DD1CCF68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C3E94-DC99-4795-1CE5-E7B622EA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DFBC1-6EB8-AEBC-08FD-5CDBF4CA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4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8FC14-B537-117D-4760-AC52A9B6A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DD281-DF73-ECFA-49CB-0BF736E16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29CCB-6244-6623-9FA0-739CD471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4EC99-04DF-8182-A753-E7146F81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C52AD-90F0-D851-D306-C630C818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60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4B26-3552-3D06-310D-82ACD8FDE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E734C-7CE7-FF89-E2D3-CACB1FA41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9EB5E-47D8-71B3-9DEA-BD9D00FC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AD4D3-21E2-9ABB-1BEA-C06E73F4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11B09-D8CD-CB38-E1B5-A5A0EE82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3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CD76E-C57A-A4FE-6477-B76E5D4D3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EE241-6856-F8DF-4DC3-0D593340D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B8E1-2A0C-506D-EBDA-427B5F6F9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3CC5A-C99A-C040-BE6E-96E221F5057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9BC65-C175-320B-B645-77D49F53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E3FFA-79C0-E723-8D0E-014396532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9096C-80A8-AD4E-8749-E4848D06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5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/n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ikhuramkorouhanba/n" TargetMode="External"/><Relationship Id="rId2" Type="http://schemas.openxmlformats.org/officeDocument/2006/relationships/hyperlink" Target="mailto:laikhuramkorouhanba@gmail.com/n" TargetMode="Externa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8778-B6AE-6D28-82D1-BDE04D942B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Document Extraction System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2179A-0C85-9556-54BF-9E2EDE2382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System Installation and User Manual</a:t>
            </a:r>
          </a:p>
        </p:txBody>
      </p:sp>
    </p:spTree>
    <p:extLst>
      <p:ext uri="{BB962C8B-B14F-4D97-AF65-F5344CB8AC3E}">
        <p14:creationId xmlns:p14="http://schemas.microsoft.com/office/powerpoint/2010/main" val="359533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27CF-98C8-CC61-D209-503443E5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A8BE5-B058-72B9-D8F5-97947731C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 Extraction System uses state-of-the-art AI model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Llama 3.2 1 billion parameter </a:t>
            </a:r>
            <a:r>
              <a:rPr lang="en-US" dirty="0"/>
              <a:t>to extract and analyze security vulnerabilities from documents, streamlining the process of identifying risks and actions.</a:t>
            </a:r>
          </a:p>
        </p:txBody>
      </p:sp>
    </p:spTree>
    <p:extLst>
      <p:ext uri="{BB962C8B-B14F-4D97-AF65-F5344CB8AC3E}">
        <p14:creationId xmlns:p14="http://schemas.microsoft.com/office/powerpoint/2010/main" val="2473048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332F-29D3-7DC6-2BF0-7F2511C11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D62E8-C72F-77A7-24CD-6C1DD985D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3.8 or later</a:t>
            </a:r>
          </a:p>
          <a:p>
            <a:r>
              <a:rPr lang="en-US" dirty="0"/>
              <a:t>Flask for web development</a:t>
            </a:r>
          </a:p>
          <a:p>
            <a:r>
              <a:rPr lang="en-US" dirty="0" err="1"/>
              <a:t>HuggingFace</a:t>
            </a:r>
            <a:r>
              <a:rPr lang="en-US" dirty="0"/>
              <a:t> Hub access</a:t>
            </a:r>
          </a:p>
          <a:p>
            <a:r>
              <a:rPr lang="en-US" dirty="0" err="1"/>
              <a:t>LangChain</a:t>
            </a:r>
            <a:r>
              <a:rPr lang="en-US" dirty="0"/>
              <a:t> and dependencies</a:t>
            </a:r>
          </a:p>
          <a:p>
            <a:r>
              <a:rPr lang="en-US" dirty="0"/>
              <a:t>Pandas and TF-IDF tools</a:t>
            </a:r>
          </a:p>
          <a:p>
            <a:r>
              <a:rPr lang="en-US" dirty="0" err="1"/>
              <a:t>PDFPlumber</a:t>
            </a:r>
            <a:r>
              <a:rPr lang="en-US" dirty="0"/>
              <a:t> for document handling</a:t>
            </a:r>
          </a:p>
          <a:p>
            <a:r>
              <a:rPr lang="en-US" dirty="0"/>
              <a:t>Chroma for embeddings</a:t>
            </a:r>
          </a:p>
        </p:txBody>
      </p:sp>
    </p:spTree>
    <p:extLst>
      <p:ext uri="{BB962C8B-B14F-4D97-AF65-F5344CB8AC3E}">
        <p14:creationId xmlns:p14="http://schemas.microsoft.com/office/powerpoint/2010/main" val="3438677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FC1E-8BE3-AF65-F833-77C1016D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D6507-B499-B434-952D-1FBECA7D9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Ensure the CSV dataset from CISA’s Known Exploited Vulnerabilities is properly formatted with necessary columns like cveID, shortDescription, and requiredAction.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41DE47B-E664-41FE-0418-9D4B03575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07" y="3587867"/>
            <a:ext cx="10131880" cy="270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5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538F-2FD2-5928-1532-BA914042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 and Installation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E5D9C-4237-B08B-FD16-363635D6E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Python 3.8 or above</a:t>
            </a:r>
          </a:p>
          <a:p>
            <a:pPr marL="0" indent="0">
              <a:buNone/>
            </a:pPr>
            <a:r>
              <a:rPr lang="en-US" dirty="0"/>
              <a:t>2. pip (Python package manager)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Command to verify pip: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python3 -m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ensurepip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--upgrade</a:t>
            </a:r>
          </a:p>
        </p:txBody>
      </p:sp>
    </p:spTree>
    <p:extLst>
      <p:ext uri="{BB962C8B-B14F-4D97-AF65-F5344CB8AC3E}">
        <p14:creationId xmlns:p14="http://schemas.microsoft.com/office/powerpoint/2010/main" val="128008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6DA2-29BB-4FCF-D0FB-38546F60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Unzip the Project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D36D1-D525-F1CC-52E2-6625DFE8B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 the project zip file. The extracted directory should contain: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- dataset/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- env/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- static/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- templates/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-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app.py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-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pdf_app.py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-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requirements.txt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0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C6BD-A60F-DFE7-0514-08283F07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2: Set Up a Virtual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404D4-8477-206F-3C5D-B43BF9AF4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Navigate to the project directory:\n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cd /path/to/project</a:t>
            </a:r>
          </a:p>
          <a:p>
            <a:pPr marL="0" indent="0">
              <a:buNone/>
            </a:pPr>
            <a:r>
              <a:rPr lang="en-US" dirty="0"/>
              <a:t>2. Create a virtual environment:\n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python3 -m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venv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env</a:t>
            </a:r>
          </a:p>
          <a:p>
            <a:pPr marL="0" indent="0">
              <a:buNone/>
            </a:pPr>
            <a:r>
              <a:rPr lang="en-US" dirty="0"/>
              <a:t>3. Activate the virtual environment:\n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macOS/Linux: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source env/bin/activate</a:t>
            </a:r>
            <a:br>
              <a:rPr lang="en-US" dirty="0"/>
            </a:br>
            <a:r>
              <a:rPr lang="en-US" dirty="0"/>
              <a:t>	Windows: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.\env\Scripts\activate</a:t>
            </a:r>
          </a:p>
        </p:txBody>
      </p:sp>
    </p:spTree>
    <p:extLst>
      <p:ext uri="{BB962C8B-B14F-4D97-AF65-F5344CB8AC3E}">
        <p14:creationId xmlns:p14="http://schemas.microsoft.com/office/powerpoint/2010/main" val="370921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1E323-F1ED-42E9-AED4-D26D0340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Install Required Packages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1573F-A501-9779-9568-A2CEBB03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dependencies from </a:t>
            </a:r>
            <a:r>
              <a:rPr lang="en-US" dirty="0" err="1"/>
              <a:t>requirements.txt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pip install -r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requirements.txt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491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2D1E2-E7EC-75DF-6966-3D192076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Obtain a Hugging Face API Token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5927F-36EB-9808-227F-6D094B595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45899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Sign up or log in to Hugging Face.
</a:t>
            </a:r>
          </a:p>
          <a:p>
            <a:pPr marL="0" indent="0">
              <a:buNone/>
            </a:pPr>
            <a:r>
              <a:rPr lang="en-US" dirty="0"/>
              <a:t>2. Generate an API token from account settings.
</a:t>
            </a:r>
          </a:p>
          <a:p>
            <a:pPr marL="0" indent="0">
              <a:buNone/>
            </a:pPr>
            <a:r>
              <a:rPr lang="en-US" dirty="0"/>
              <a:t>3. Replace the token in </a:t>
            </a:r>
            <a:r>
              <a:rPr lang="en-US" dirty="0" err="1"/>
              <a:t>app.py</a:t>
            </a:r>
            <a:r>
              <a:rPr lang="en-US" dirty="0"/>
              <a:t> and </a:t>
            </a:r>
            <a:r>
              <a:rPr lang="en-US" dirty="0" err="1"/>
              <a:t>pdf_app.py</a:t>
            </a:r>
            <a:r>
              <a:rPr lang="en-US" dirty="0"/>
              <a:t> with your own:
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login(token="YOUR_HUGGING_FACE_TOKEN")</a:t>
            </a:r>
            <a:r>
              <a:rPr lang="en-US" dirty="0"/>
              <a:t>
</a:t>
            </a:r>
          </a:p>
          <a:p>
            <a:r>
              <a:rPr lang="en-US" dirty="0"/>
              <a:t>For security, use an environment variable instead.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52AF52A-9598-0F2B-79DD-540E44D5D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35593"/>
            <a:ext cx="5257800" cy="334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4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FA2C-8C3A-34E7-7F0E-2A4DCA3E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Configure the Hugging Face Token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BA9F7-EC39-F724-415A-5BB7042BB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 the token in your terminal: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export HUGGINGFACE_TOKEN=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your_token_here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80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396E6-B45D-D019-00EA-21ED7B9F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6: Run the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D7DCF-3C9C-0584-1EDB-97AF232C8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Start the Flask server: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python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app.py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For the PDF processing app: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python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pdf_app.py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777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DCB9-FA13-45C7-7FF9-57AAEAB4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7: Access the Web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ADDA-D99D-8D98-B63A-AFF1F7EF7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your web browser and go to: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Main application: </a:t>
            </a:r>
            <a:r>
              <a:rPr lang="en-US" dirty="0">
                <a:hlinkClick r:id="rId2"/>
              </a:rPr>
              <a:t>http://127.0.0.1:5000/</a:t>
            </a:r>
            <a:br>
              <a:rPr lang="en-US" dirty="0"/>
            </a:br>
            <a:r>
              <a:rPr lang="en-US" dirty="0"/>
              <a:t>	PDF processing: Use the relevant route in </a:t>
            </a:r>
            <a:r>
              <a:rPr lang="en-US" dirty="0" err="1"/>
              <a:t>pdf_app.py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8479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730C-371D-427F-123A-08F6516A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8: Optional - Upload and Process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7B5BB-ACCB-3D09-8DBC-18452108F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/pdf route to upload PDF files for processing.</a:t>
            </a:r>
          </a:p>
          <a:p>
            <a:r>
              <a:rPr lang="en-US" dirty="0"/>
              <a:t>Use the /query endpoint to send queries and retrieve responses.</a:t>
            </a:r>
          </a:p>
        </p:txBody>
      </p:sp>
    </p:spTree>
    <p:extLst>
      <p:ext uri="{BB962C8B-B14F-4D97-AF65-F5344CB8AC3E}">
        <p14:creationId xmlns:p14="http://schemas.microsoft.com/office/powerpoint/2010/main" val="1777827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5E83-124B-7492-8E27-A0AEFCBF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Notes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7FEA0-DB4E-A5F9-B115-E969289A1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Ensure the dataset (</a:t>
            </a:r>
            <a:r>
              <a:rPr lang="en-US" dirty="0" err="1"/>
              <a:t>known_exploited_vulnerabilities.csv</a:t>
            </a:r>
            <a:r>
              <a:rPr lang="en-US" dirty="0"/>
              <a:t>) is correctly placed in the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dataset/ </a:t>
            </a:r>
            <a:r>
              <a:rPr lang="en-US" dirty="0"/>
              <a:t>folder.</a:t>
            </a:r>
          </a:p>
          <a:p>
            <a:r>
              <a:rPr lang="en-US" dirty="0"/>
              <a:t>Contributors need to replace the Hugging Face token with their own as it is not shared in the project.</a:t>
            </a:r>
          </a:p>
        </p:txBody>
      </p:sp>
    </p:spTree>
    <p:extLst>
      <p:ext uri="{BB962C8B-B14F-4D97-AF65-F5344CB8AC3E}">
        <p14:creationId xmlns:p14="http://schemas.microsoft.com/office/powerpoint/2010/main" val="1008585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EDAD-FCCD-1C42-3514-E2A3DBFA4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Application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048C4-C293-C55D-575F-4B48C887C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web app allows users to upload PDFs, query vulnerabilities, and retrieve summarized information using Llama 3.2. It supports real-time queries and context-aware responses.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31D2461-CA67-D39B-E779-CF663EF89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37" y="3429000"/>
            <a:ext cx="3158527" cy="2347397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D0C3005-4436-9C80-D70C-9AF5A7848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502" y="3429000"/>
            <a:ext cx="4088498" cy="234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01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9A446-5211-59FF-69CF-F639405B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Querying the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A0B35-084C-4D41-E7FE-791D5AE14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 input queries via the web interface. The system uses TF-IDF and cosine similarity to retrieve relevant results and augments them with Llama 3.2 for enhanced insights.</a:t>
            </a:r>
          </a:p>
          <a:p>
            <a:r>
              <a:rPr lang="en-US" dirty="0"/>
              <a:t>Sample Query: </a:t>
            </a:r>
            <a:br>
              <a:rPr lang="en-US" dirty="0"/>
            </a:br>
            <a:br>
              <a:rPr lang="en-US" dirty="0"/>
            </a:br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Please provide a summary of the Microsoft Windows Kernel TOCTOU Race Condition Vulnerability, including a brief description, and any remediation actions.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75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38C8B-2637-DC57-0A4E-52235C79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Uploading Documents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13592-F63A-4A6F-22E9-D281383D4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9176"/>
            <a:ext cx="10515600" cy="4351338"/>
          </a:xfrm>
        </p:spPr>
        <p:txBody>
          <a:bodyPr/>
          <a:lstStyle/>
          <a:p>
            <a:r>
              <a:rPr lang="en-US" dirty="0"/>
              <a:t>Users can upload PDF files, which are processed into chunks and indexed for future retrieval. This ensures efficient searching and contextual understanding.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886F6A2-BA35-D7CD-CEFC-0C0440BFC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044" y="2767099"/>
            <a:ext cx="3918586" cy="2724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7C5C5A-D5AE-7C75-1874-9A7BDB7C3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53364"/>
            <a:ext cx="7772400" cy="83791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29F51C7-5E7B-1FB3-3D67-F860C611A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761685"/>
            <a:ext cx="4388584" cy="2724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1AFBE7-AC65-A56A-E8AD-66E8AEF2D454}"/>
              </a:ext>
            </a:extLst>
          </p:cNvPr>
          <p:cNvSpPr txBox="1"/>
          <p:nvPr/>
        </p:nvSpPr>
        <p:spPr>
          <a:xfrm>
            <a:off x="9982200" y="4148009"/>
            <a:ext cx="1520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Check for Successfully Uploaded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8FE943-8113-939E-D5C2-7AE59604D757}"/>
              </a:ext>
            </a:extLst>
          </p:cNvPr>
          <p:cNvCxnSpPr>
            <a:cxnSpLocks/>
          </p:cNvCxnSpPr>
          <p:nvPr/>
        </p:nvCxnSpPr>
        <p:spPr>
          <a:xfrm flipH="1" flipV="1">
            <a:off x="6785113" y="3819484"/>
            <a:ext cx="3197087" cy="540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138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64FC-5650-8753-2AE1-757A95D5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Maintenance and Troubleshooting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3677E-D471-A61B-34C1-0FE0C5C61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Regularly update dependencies.</a:t>
            </a:r>
          </a:p>
          <a:p>
            <a:r>
              <a:rPr lang="en-US" dirty="0"/>
              <a:t>Check API token validity.</a:t>
            </a:r>
          </a:p>
          <a:p>
            <a:r>
              <a:rPr lang="en-US" dirty="0"/>
              <a:t>Monitor Flask server logs for errors.</a:t>
            </a:r>
          </a:p>
          <a:p>
            <a:r>
              <a:rPr lang="en-US" dirty="0"/>
              <a:t>Ensure dataset integrity and refresh embeddings periodically.</a:t>
            </a:r>
          </a:p>
        </p:txBody>
      </p:sp>
    </p:spTree>
    <p:extLst>
      <p:ext uri="{BB962C8B-B14F-4D97-AF65-F5344CB8AC3E}">
        <p14:creationId xmlns:p14="http://schemas.microsoft.com/office/powerpoint/2010/main" val="491138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5EE6-CF44-74B8-E2BF-A928BD16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F7F0-2699-8A6F-635A-B1140B2A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and Future 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A623C-B120-F14F-4D7F-9FE06871E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current PDF input program exhibits challenges in generating accurate responses, often resulting in hallucinated outputs.</a:t>
            </a:r>
          </a:p>
          <a:p>
            <a:r>
              <a:rPr lang="en-IN" dirty="0"/>
              <a:t>As a result, it remains a work in progress, with the goal of improving its accuracy and reliability in future iterations.</a:t>
            </a:r>
          </a:p>
          <a:p>
            <a:r>
              <a:rPr lang="en-IN" dirty="0"/>
              <a:t>This issue will be addressed as part of ongoing development efforts, and future contributors will continue working on refining and enhancing the program's capabilities.</a:t>
            </a:r>
          </a:p>
        </p:txBody>
      </p:sp>
    </p:spTree>
    <p:extLst>
      <p:ext uri="{BB962C8B-B14F-4D97-AF65-F5344CB8AC3E}">
        <p14:creationId xmlns:p14="http://schemas.microsoft.com/office/powerpoint/2010/main" val="2846735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B339E-0433-AD05-6F15-81017257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and Support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2631C-BEB2-A83A-E6DD-850766C50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further assistance, contact: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laikhuramkorouhanba@gmail.com</a:t>
            </a:r>
            <a:br>
              <a:rPr lang="en-US" dirty="0"/>
            </a:br>
            <a:r>
              <a:rPr lang="en-US" dirty="0"/>
              <a:t>GitHub: </a:t>
            </a:r>
            <a:r>
              <a:rPr lang="en-US" dirty="0">
                <a:hlinkClick r:id="rId3"/>
              </a:rPr>
              <a:t>https://github.com/laikhuramkorouhanba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76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D03A11-5889-9DD0-E737-AAE9FEA6E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637" y="2815262"/>
            <a:ext cx="4210725" cy="1227475"/>
          </a:xfrm>
        </p:spPr>
        <p:txBody>
          <a:bodyPr>
            <a:normAutofit/>
          </a:bodyPr>
          <a:lstStyle/>
          <a:p>
            <a:r>
              <a:rPr lang="en-US" sz="72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4028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799</Words>
  <Application>Microsoft Macintosh PowerPoint</Application>
  <PresentationFormat>Widescreen</PresentationFormat>
  <Paragraphs>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Office Theme</vt:lpstr>
      <vt:lpstr>Document Extraction System Guide</vt:lpstr>
      <vt:lpstr>Overview of the System</vt:lpstr>
      <vt:lpstr>System Requirements</vt:lpstr>
      <vt:lpstr>Dataset Preparation</vt:lpstr>
      <vt:lpstr>Prerequisites and Installation Steps</vt:lpstr>
      <vt:lpstr>Step 1: Unzip the Project Files</vt:lpstr>
      <vt:lpstr>Step 2: Set Up a Virtual Environment</vt:lpstr>
      <vt:lpstr>Step 3: Install Required Packages</vt:lpstr>
      <vt:lpstr>Step 4: Obtain a Hugging Face API Token</vt:lpstr>
      <vt:lpstr>Step 5: Configure the Hugging Face Token</vt:lpstr>
      <vt:lpstr>Step 6: Run the Application</vt:lpstr>
      <vt:lpstr>Step 7: Access the Web Application</vt:lpstr>
      <vt:lpstr>Step 8: Optional - Upload and Process Files</vt:lpstr>
      <vt:lpstr>Additional Notes</vt:lpstr>
      <vt:lpstr>Web Application Overview</vt:lpstr>
      <vt:lpstr>Querying the System</vt:lpstr>
      <vt:lpstr>Uploading Documents</vt:lpstr>
      <vt:lpstr>Maintenance and Troubleshooting</vt:lpstr>
      <vt:lpstr>Limitations and Future Work</vt:lpstr>
      <vt:lpstr>Contact and Support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4489</dc:creator>
  <cp:lastModifiedBy>4489</cp:lastModifiedBy>
  <cp:revision>13</cp:revision>
  <dcterms:created xsi:type="dcterms:W3CDTF">2024-12-30T04:40:52Z</dcterms:created>
  <dcterms:modified xsi:type="dcterms:W3CDTF">2025-01-06T15:00:35Z</dcterms:modified>
</cp:coreProperties>
</file>